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91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brief provided in chat for all event details.
- Visual assets adapted from the uploaded XJTLU template master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brief provided in chat for all event details.
- Visual assets adapted from the uploaded XJTLU template master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brief provided in chat for all event details.
- Visual assets adapted from the uploaded XJTLU template master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brief provided in chat for all event details.
- Visual assets adapted from the uploaded XJTLU template master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brief provided in chat for all event details.
- Visual assets adapted from the uploaded XJTLU template master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brief provided in chat for all event details.
- Visual assets adapted from the uploaded XJTLU template master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57276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XJTLU AI Coding Hackathon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74520" y="248716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anything with pure AI coding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theme · Open format · Real working result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67328" y="34564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Presentation: 9 April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27248" y="382219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Q&amp;A in D2001 · 6:30–8:30 PM</a:t>
            </a:r>
            <a:endParaRPr lang="en-US" sz="1250" dirty="0"/>
          </a:p>
        </p:txBody>
      </p:sp>
      <p:pic>
        <p:nvPicPr>
          <p:cNvPr id="7" name="Image 0" descr="/mnt/data/xjtlu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018" y="5010912"/>
            <a:ext cx="3314348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Brief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896112"/>
            <a:ext cx="2011680" cy="0"/>
          </a:xfrm>
          <a:prstGeom prst="line">
            <a:avLst/>
          </a:prstGeom>
          <a:noFill/>
          <a:ln w="20320">
            <a:solidFill>
              <a:srgbClr val="0105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66760" y="484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Overview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5532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coding to turn an idea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something people can see, test, or experience.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topic is welcome — apps, tools, games, automations, agents, websites, utilities, experiments, or something completely unexpected.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42702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restriction on subject area or use case.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4773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506577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prototype, workflow, product concept, or interactive demo.</a:t>
            </a:r>
            <a:endParaRPr lang="en-US" sz="1150" dirty="0"/>
          </a:p>
        </p:txBody>
      </p:sp>
      <p:pic>
        <p:nvPicPr>
          <p:cNvPr id="12" name="Image 0" descr="/mnt/data/xjtlu_media/ppt/media/image3.png"/>
          <p:cNvPicPr>
            <a:picLocks noChangeAspect="1"/>
          </p:cNvPicPr>
          <p:nvPr/>
        </p:nvPicPr>
        <p:blipFill>
          <a:blip r:embed="rId3"/>
          <a:srcRect l="32942" r="32942"/>
          <a:stretch/>
        </p:blipFill>
        <p:spPr>
          <a:xfrm>
            <a:off x="7754112" y="1078992"/>
            <a:ext cx="374904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pic>
        <p:nvPicPr>
          <p:cNvPr id="3" name="Image 0" descr="/mnt/data/xjtlu_media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498347"/>
            <a:ext cx="566928" cy="707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Team Setup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58368" y="896112"/>
            <a:ext cx="2011680" cy="0"/>
          </a:xfrm>
          <a:prstGeom prst="line">
            <a:avLst/>
          </a:prstGeom>
          <a:noFill/>
          <a:ln w="20320">
            <a:solidFill>
              <a:srgbClr val="0105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66760" y="484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Requirements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980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9808" y="2615184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must be created with pure AI coding. Make the AI workflow central to the way you build.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87952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187952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187952" y="2615184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must have at least 4 members and no more than 5 members.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6096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26096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626096" y="2615184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result on presentation day and explain what you built with AI coding.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858768" y="1353312"/>
            <a:ext cx="0" cy="3977640"/>
          </a:xfrm>
          <a:prstGeom prst="line">
            <a:avLst/>
          </a:prstGeom>
          <a:noFill/>
          <a:ln w="12700">
            <a:solidFill>
              <a:srgbClr val="C9CE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96912" y="1353312"/>
            <a:ext cx="0" cy="3977640"/>
          </a:xfrm>
          <a:prstGeom prst="line">
            <a:avLst/>
          </a:prstGeom>
          <a:noFill/>
          <a:ln w="12700">
            <a:solidFill>
              <a:srgbClr val="C9CE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568756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Start simple, ship something real, and make your AI-coding process easy for judges to understand.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pic>
        <p:nvPicPr>
          <p:cNvPr id="3" name="Image 0" descr="/mnt/data/xjtlu_media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498347"/>
            <a:ext cx="566928" cy="707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Tonight's Q&amp;A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58368" y="896112"/>
            <a:ext cx="2011680" cy="0"/>
          </a:xfrm>
          <a:prstGeom prst="line">
            <a:avLst/>
          </a:prstGeom>
          <a:noFill/>
          <a:ln w="20320">
            <a:solidFill>
              <a:srgbClr val="0105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66760" y="484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005840" y="2852928"/>
            <a:ext cx="10012680" cy="0"/>
          </a:xfrm>
          <a:prstGeom prst="line">
            <a:avLst/>
          </a:prstGeom>
          <a:noFill/>
          <a:ln w="17780">
            <a:solidFill>
              <a:srgbClr val="C9CE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2697480"/>
            <a:ext cx="155448" cy="155448"/>
          </a:xfrm>
          <a:prstGeom prst="ellipse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" y="309067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session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D2001 · 6:30–8:30 PM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0" y="2697480"/>
            <a:ext cx="155448" cy="155448"/>
          </a:xfrm>
          <a:prstGeom prst="ellipse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28032" y="309067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coding to build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refine your project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985248" y="2697480"/>
            <a:ext cx="155448" cy="155448"/>
          </a:xfrm>
          <a:prstGeom prst="ellipse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56648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April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326880" y="309067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live demo or walkthrough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0584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questions, early ideas, and potential teammates to the Q&amp;A session tonight.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05840" y="5230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D2001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761488" y="52303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6:30–8:30 PM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896112"/>
            <a:ext cx="2011680" cy="0"/>
          </a:xfrm>
          <a:prstGeom prst="line">
            <a:avLst/>
          </a:prstGeom>
          <a:noFill/>
          <a:ln w="20320">
            <a:solidFill>
              <a:srgbClr val="0105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66760" y="484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Weights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clear, balanced criteria so strong ideas and strong execution are both rewarded.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59168" y="13350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weights are editable if the organizing team wants a different emphasis.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problem fit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41648" y="2048256"/>
            <a:ext cx="4206240" cy="0"/>
          </a:xfrm>
          <a:prstGeom prst="line">
            <a:avLst/>
          </a:prstGeom>
          <a:noFill/>
          <a:ln w="76200">
            <a:solidFill>
              <a:srgbClr val="C9C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41648" y="2048256"/>
            <a:ext cx="4206240" cy="0"/>
          </a:xfrm>
          <a:prstGeom prst="line">
            <a:avLst/>
          </a:prstGeom>
          <a:noFill/>
          <a:ln w="76200">
            <a:solidFill>
              <a:srgbClr val="0105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901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89720" y="19019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compelling is the idea, and does it solve a real need or create a meaningful experience?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27432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completeness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41648" y="2871216"/>
            <a:ext cx="4206240" cy="0"/>
          </a:xfrm>
          <a:prstGeom prst="line">
            <a:avLst/>
          </a:prstGeom>
          <a:noFill/>
          <a:ln w="76200">
            <a:solidFill>
              <a:srgbClr val="C9C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41648" y="2871216"/>
            <a:ext cx="4206240" cy="0"/>
          </a:xfrm>
          <a:prstGeom prst="line">
            <a:avLst/>
          </a:prstGeom>
          <a:noFill/>
          <a:ln w="76200">
            <a:solidFill>
              <a:srgbClr val="0105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724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9720" y="27249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polished, functional, and well delivered is the final build or prototype?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35661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AI coding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41648" y="3694176"/>
            <a:ext cx="4206240" cy="0"/>
          </a:xfrm>
          <a:prstGeom prst="line">
            <a:avLst/>
          </a:prstGeom>
          <a:noFill/>
          <a:ln w="76200">
            <a:solidFill>
              <a:srgbClr val="C9C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41648" y="3694176"/>
            <a:ext cx="3364992" cy="0"/>
          </a:xfrm>
          <a:prstGeom prst="line">
            <a:avLst/>
          </a:prstGeom>
          <a:noFill/>
          <a:ln w="76200">
            <a:solidFill>
              <a:srgbClr val="0105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547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354787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clearly did the team use AI coding as the main way to design, build, debug, and iterate?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3891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demo clarity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41648" y="4517136"/>
            <a:ext cx="4206240" cy="0"/>
          </a:xfrm>
          <a:prstGeom prst="line">
            <a:avLst/>
          </a:prstGeom>
          <a:noFill/>
          <a:ln w="76200">
            <a:solidFill>
              <a:srgbClr val="C9C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1648" y="4517136"/>
            <a:ext cx="3364992" cy="0"/>
          </a:xfrm>
          <a:prstGeom prst="line">
            <a:avLst/>
          </a:prstGeom>
          <a:noFill/>
          <a:ln w="76200">
            <a:solidFill>
              <a:srgbClr val="0105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4370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89720" y="437083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easy is it to understand the value, workflow, and result during the presentation?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52120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presentation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041648" y="5340096"/>
            <a:ext cx="4206240" cy="0"/>
          </a:xfrm>
          <a:prstGeom prst="line">
            <a:avLst/>
          </a:prstGeom>
          <a:noFill/>
          <a:ln w="76200">
            <a:solidFill>
              <a:srgbClr val="C9C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41648" y="5340096"/>
            <a:ext cx="1682496" cy="0"/>
          </a:xfrm>
          <a:prstGeom prst="line">
            <a:avLst/>
          </a:prstGeom>
          <a:noFill/>
          <a:ln w="76200">
            <a:solidFill>
              <a:srgbClr val="0105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5193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89720" y="519379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effectively does the group communicate, divide work, and present the project together?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10544"/>
          </a:solidFill>
          <a:ln w="12700">
            <a:solidFill>
              <a:srgbClr val="010544">
                <a:alpha val="0"/>
              </a:srgbClr>
            </a:solidFill>
            <a:prstDash val="solid"/>
          </a:ln>
        </p:spPr>
      </p:sp>
      <p:pic>
        <p:nvPicPr>
          <p:cNvPr id="3" name="Image 0" descr="/mnt/data/xjtlu_media/ppt/media/image3.png"/>
          <p:cNvPicPr>
            <a:picLocks noChangeAspect="1"/>
          </p:cNvPicPr>
          <p:nvPr/>
        </p:nvPicPr>
        <p:blipFill>
          <a:blip r:embed="rId3"/>
          <a:srcRect t="24787" b="24787"/>
          <a:stretch/>
        </p:blipFill>
        <p:spPr>
          <a:xfrm>
            <a:off x="0" y="0"/>
            <a:ext cx="12191695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34564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&amp; Final Reminder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68096" y="40690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Prize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Prize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Prize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749040" y="41330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project on 9 April.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demo clear, concise, and memorable.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82128" y="4169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10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— and see you tonight in D2001.</a:t>
            </a:r>
            <a:endParaRPr lang="en-US" sz="1400" dirty="0"/>
          </a:p>
        </p:txBody>
      </p:sp>
      <p:pic>
        <p:nvPicPr>
          <p:cNvPr id="8" name="Image 1" descr="/mnt/data/xjtlu_media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855" y="5532120"/>
            <a:ext cx="270381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633</Words>
  <Application>Microsoft Macintosh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XJTLU AI Coding Hackathon</dc:title>
  <dc:subject>XJTLU AI Coding Hackathon</dc:subject>
  <dc:creator>OpenAI</dc:creator>
  <cp:lastModifiedBy>Liu, Hongbin</cp:lastModifiedBy>
  <cp:revision>3</cp:revision>
  <dcterms:created xsi:type="dcterms:W3CDTF">2026-04-07T04:46:22Z</dcterms:created>
  <dcterms:modified xsi:type="dcterms:W3CDTF">2026-04-07T04:50:10Z</dcterms:modified>
</cp:coreProperties>
</file>